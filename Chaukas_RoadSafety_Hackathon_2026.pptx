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Calibri"/>
              </a:defRPr>
            </a:pPr>
            <a:r>
              <a:t>NATIONAL ROAD SAFETY HACKATHON 2026  •  IIT MADRAS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CHAUKAS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03120" cy="508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  <a:latin typeface="Calibri"/>
              </a:defRPr>
            </a:pPr>
            <a:r>
              <a:t>India's AI-Powered Road Safety Command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206240"/>
            <a:ext cx="4572000" cy="54864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PROBLEM STATEMENT: RoadSoS — Emergency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Team: HackVision  |  Python • React • FastAPI • Leaflet.js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Offline-First  •  Open Source  •  No Cloud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6675120"/>
            <a:ext cx="12191695" cy="635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8100"/>
          </a:xfrm>
          <a:prstGeom prst="round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2A2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Road Safety Needs a Command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146304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2A2A"/>
                </a:solidFill>
                <a:latin typeface="Calibri"/>
              </a:defRPr>
            </a:pPr>
            <a:r>
              <a:t>1.78 Lakh+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Road deaths in India annually</a:t>
            </a:r>
            <a:br/>
            <a:r>
              <a:t>(MoRTH 2023)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474720" cy="146304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B9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600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B933E"/>
                </a:solidFill>
                <a:latin typeface="Calibri"/>
              </a:defRPr>
            </a:pPr>
            <a:r>
              <a:t>~50%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Deaths due to delayed</a:t>
            </a:r>
            <a:br/>
            <a:r>
              <a:t>emergency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63040"/>
            <a:ext cx="3474720" cy="146304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1600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5CF6"/>
                </a:solidFill>
                <a:latin typeface="Calibri"/>
              </a:defRPr>
            </a:pPr>
            <a:r>
              <a:t>No Single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For trauma centers, ambulance,</a:t>
            </a:r>
            <a:br/>
            <a:r>
              <a:t>police &amp; towing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10972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OUR SOLUTION: CHAUKAS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A unified, offline-first road safety command platform that provides location-based access to trauma centers, ambulances, police, and towing services — with AI-powered severity assessment and ML-driven accident hotspot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265176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🧠 AI Severity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Auto-assesses risk using</a:t>
            </a:r>
            <a:br/>
            <a:r>
              <a:t>GPS + weather + incidents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937760"/>
            <a:ext cx="265176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🗺️ ML Hotspot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532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Identifies accident blackspots</a:t>
            </a:r>
            <a:br/>
            <a:r>
              <a:t>near user location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4937760"/>
            <a:ext cx="265176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B9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39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33E"/>
                </a:solidFill>
                <a:latin typeface="Calibri"/>
              </a:defRPr>
            </a:pPr>
            <a:r>
              <a:t>📡 Offline-First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39" y="5532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Works without internet.</a:t>
            </a:r>
            <a:br/>
            <a:r>
              <a:t>Local DB, no cloud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19" y="4937760"/>
            <a:ext cx="2651760" cy="155448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599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⚡ Escalation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599" y="5532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NORMAL → WATCH →</a:t>
            </a:r>
            <a:br/>
            <a:r>
              <a:t>PREPAREDNESS → CRISIS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81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Design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484632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React 18 + Vite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Leaflet.js (Maps &amp; Heatmaps)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Framer Motion (Animations)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IndexedDB (Offline Storage)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PWA + Service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3D Globe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Real-time WebSocket feeds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Responsive Mobile-First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63040"/>
            <a:ext cx="3474720" cy="484632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BACKEND (Python)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FastAPI + Uvicorn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ML Hotspot Engine (DBSCAN)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AI Severity Scoring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520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Escalation State Machine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Gemini Vision (Photo 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News Intelligence Scraper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SQLite (Local Persistence)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532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▸ Mock Supabase Client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463040"/>
            <a:ext cx="3657600" cy="484632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1. User GPS → Browser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514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2. Location → Severity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3. Weather + Incidents →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520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4. Risk Score → Escalation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5. Incidents → ML Clustering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6. Clusters → Heatmap 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7. News → AI Categorization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532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8. All → Admin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KEY FEATURES — ALIGNED TO RoadSoS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Location-Based Emergency Response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2A2A"/>
                </a:solidFill>
                <a:latin typeface="Calibri"/>
              </a:defRPr>
            </a:pPr>
            <a:r>
              <a:t>🚨 Crisis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Report accidents with photo, location, severity.</a:t>
            </a:r>
            <a:br/>
            <a:r>
              <a:t>AI auto-classifies incident type via Gemini Vision.</a:t>
            </a:r>
            <a:br/>
            <a:r>
              <a:t>Generates unique incident ID for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2011680" cy="3200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72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2A2A"/>
                </a:solidFill>
                <a:latin typeface="Calibri"/>
              </a:defRPr>
            </a:pPr>
            <a:r>
              <a:t>Reliability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🏥 Emergency Contacts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One-tap access to nearest trauma centers,</a:t>
            </a:r>
            <a:br/>
            <a:r>
              <a:t>ambulances, police, and towing services.</a:t>
            </a:r>
            <a:br/>
            <a:r>
              <a:t>Location-aware, prioritized by distance.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154680"/>
            <a:ext cx="2011680" cy="3200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172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Contacts Fetched 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🧠 AI Severity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Auto-assesses real-time risk at your GPS location.</a:t>
            </a:r>
            <a:br/>
            <a:r>
              <a:t>Factors: weather, time, incident density, road type.</a:t>
            </a:r>
            <a:br/>
            <a:r>
              <a:t>Outputs: LOW → ELEVATED → HIGH → CRITICAL.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154680"/>
            <a:ext cx="2011680" cy="3200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172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Calibri"/>
              </a:defRPr>
            </a:pPr>
            <a:r>
              <a:t>Innovation 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🗺️ ML Hotspot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DBSCAN spatial clustering on accident data.</a:t>
            </a:r>
            <a:br/>
            <a:r>
              <a:t>Generates color-coded heatmap grid zones.</a:t>
            </a:r>
            <a:br/>
            <a:r>
              <a:t>Safe / Caution / Warning / Danger classification.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806440"/>
            <a:ext cx="2011680" cy="3200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824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Innovation 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02336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B9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33E"/>
                </a:solidFill>
                <a:latin typeface="Calibri"/>
              </a:defRPr>
            </a:pPr>
            <a:r>
              <a:t>⚡ Escalation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572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4-state machine: NORMAL → WATCH →</a:t>
            </a:r>
            <a:br/>
            <a:r>
              <a:t>PREPAREDNESS → CRISIS. Auto-triggers from</a:t>
            </a:r>
            <a:br/>
            <a:r>
              <a:t>Severity AI. Real-time 30s refresh cycle.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5806440"/>
            <a:ext cx="2011680" cy="3200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B9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24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933E"/>
                </a:solidFill>
                <a:latin typeface="Calibri"/>
              </a:defRPr>
            </a:pPr>
            <a:r>
              <a:t>Service Integration 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02336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📡 Offline-First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572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Full functionality without internet.</a:t>
            </a:r>
            <a:br/>
            <a:r>
              <a:t>Local JSON DB + SQLite + IndexedDB.</a:t>
            </a:r>
            <a:br/>
            <a:r>
              <a:t>PWA with service worker caching.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5806440"/>
            <a:ext cx="2011680" cy="3200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5824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78BFA"/>
                </a:solidFill>
                <a:latin typeface="Calibri"/>
              </a:defRPr>
            </a:pPr>
            <a:r>
              <a:t>Offline Robustness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8100"/>
          </a:xfrm>
          <a:prstGeom prst="roundRect">
            <a:avLst/>
          </a:prstGeom>
          <a:solidFill>
            <a:srgbClr val="FB9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33E"/>
                </a:solidFill>
                <a:latin typeface="Calibri"/>
              </a:defRPr>
            </a:pPr>
            <a:r>
              <a:t>LIVE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User Journey — From Incident to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Landing &amp; Login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3716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User arrives at Chaukas.</a:t>
            </a:r>
            <a:br/>
            <a:r>
              <a:t>Secure authentication via</a:t>
            </a:r>
            <a:br/>
            <a:r>
              <a:t>local credential system.</a:t>
            </a:r>
            <a:br/>
            <a:r>
              <a:t>GPS auto-acquired.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2A2A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 Incident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148840"/>
            <a:ext cx="1371600" cy="508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Upload photo/video of accident.</a:t>
            </a:r>
            <a:br/>
            <a:r>
              <a:t>Gemini AI analyzes severity.</a:t>
            </a:r>
            <a:br/>
            <a:r>
              <a:t>Auto-fills location from GPS.</a:t>
            </a:r>
            <a:br/>
            <a:r>
              <a:t>Unique incident ID generated.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Severity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148840"/>
            <a:ext cx="13716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AI engine processes:</a:t>
            </a:r>
            <a:br/>
            <a:r>
              <a:t>• Weather conditions</a:t>
            </a:r>
            <a:br/>
            <a:r>
              <a:t>• Nearby incident density</a:t>
            </a:r>
            <a:br/>
            <a:r>
              <a:t>• Time-of-day risk factors</a:t>
            </a:r>
            <a:br/>
            <a:r>
              <a:t>Outputs: risk band + confidence.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B9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933E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Escalation Response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00600"/>
            <a:ext cx="1371600" cy="50800"/>
          </a:xfrm>
          <a:prstGeom prst="rect">
            <a:avLst/>
          </a:prstGeom>
          <a:solidFill>
            <a:srgbClr val="FB9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State machine transitions:</a:t>
            </a:r>
            <a:br/>
            <a:r>
              <a:t>NORMAL → WATCH →</a:t>
            </a:r>
            <a:br/>
            <a:r>
              <a:t>PREPAREDNESS → CRISIS</a:t>
            </a:r>
            <a:br/>
            <a:r>
              <a:t>Recommended actions shown.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02336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114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Hotspot 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800600"/>
            <a:ext cx="1371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937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ML clustering reveals danger</a:t>
            </a:r>
            <a:br/>
            <a:r>
              <a:t>zones near user location.</a:t>
            </a:r>
            <a:br/>
            <a:r>
              <a:t>Color-coded heatmap grid.</a:t>
            </a:r>
            <a:br/>
            <a:r>
              <a:t>25/50/100 km radius options.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023360"/>
            <a:ext cx="3566160" cy="22860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114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Admin Command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4800600"/>
            <a:ext cx="13716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937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Dashboard with live stats,</a:t>
            </a:r>
            <a:br/>
            <a:r>
              <a:t>incident management, user</a:t>
            </a:r>
            <a:br/>
            <a:r>
              <a:t>tracking, system analytics.</a:t>
            </a:r>
            <a:br/>
            <a:r>
              <a:t>Full command center 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81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IMPACT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Chaukas Stands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173736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Zero Cloud Dependency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Entire platform runs locally. No AWS, no Firebase,</a:t>
            </a:r>
            <a:br/>
            <a:r>
              <a:t>no Supabase needed. Perfect for remote highway</a:t>
            </a:r>
            <a:br/>
            <a:r>
              <a:t>command centers with poor connectivity.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73736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AI-Driven, No Manual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Severity assessment is fully autonomous —</a:t>
            </a:r>
            <a:br/>
            <a:r>
              <a:t>uses GPS + weather + incident correlation.</a:t>
            </a:r>
            <a:br/>
            <a:r>
              <a:t>Zero manual data entry required from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5486400" cy="173736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FB9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33E"/>
                </a:solidFill>
                <a:latin typeface="Calibri"/>
              </a:defRPr>
            </a:pPr>
            <a:r>
              <a:t>Real-Time ML Hotspots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DBSCAN clustering identifies accident blackspots</a:t>
            </a:r>
            <a:br/>
            <a:r>
              <a:t>in real-time. Dynamic heatmap updates every 30s.</a:t>
            </a:r>
            <a:br/>
            <a:r>
              <a:t>Helps traffic police deploy resources proactively.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486400" cy="173736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Multi-Feature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9+ interconnected features in one platform:</a:t>
            </a:r>
            <a:br/>
            <a:r>
              <a:t>Severity → Escalation → Hotspot → News →</a:t>
            </a:r>
            <a:br/>
            <a:r>
              <a:t>Admin — all sharing location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9728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PROJECTED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30% Faster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72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Emergency</a:t>
            </a:r>
            <a:br/>
            <a:r>
              <a:t>Response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Calibri"/>
              </a:defRPr>
            </a:pPr>
            <a:r>
              <a:t>100% 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6172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Operational in</a:t>
            </a:r>
            <a:br/>
            <a:r>
              <a:t>No-Network Zones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933E"/>
                </a:solidFill>
                <a:latin typeface="Calibri"/>
              </a:defRPr>
            </a:pPr>
            <a:r>
              <a:t>9+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6172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Integrated in</a:t>
            </a:r>
            <a:br/>
            <a:r>
              <a:t>One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6172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ML-Powered</a:t>
            </a:r>
            <a:br/>
            <a:r>
              <a:t>Risk Assessment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560320"/>
            <a:ext cx="2103120" cy="508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Calibri"/>
              </a:defRPr>
            </a:pPr>
            <a:r>
              <a:t>Chaukas — Making Indian Roads Safer with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Python  •  FastAPI  •  React  •  Leaflet.js  •  Gemini AI  • 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572000"/>
            <a:ext cx="5760720" cy="1371600"/>
          </a:xfrm>
          <a:prstGeom prst="roundRect">
            <a:avLst/>
          </a:prstGeom>
          <a:solidFill>
            <a:srgbClr val="12121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709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Team HackVision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0749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FF"/>
                </a:solidFill>
                <a:latin typeface="Calibri"/>
              </a:defRPr>
            </a:pPr>
            <a:r>
              <a:t>National Road Safety Hackathon 2026 — IIT Madras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3949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Problem Statement: RoadSoS (Emergency Response)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669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100% Open Source  •  100% Offline  •  100% Local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6675120"/>
            <a:ext cx="12191695" cy="63500"/>
          </a:xfrm>
          <a:prstGeom prst="roundRect">
            <a:avLst/>
          </a:prstGeom>
          <a:solidFill>
            <a:srgbClr val="F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